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Movie Recommendation System using R (Item-Based Collaborative Filtering)</a:t>
            </a:r>
          </a:p>
          <a:p>
            <a:r>
              <a:rPr sz="2000">
                <a:solidFill>
                  <a:srgbClr val="009EDB"/>
                </a:solidFill>
              </a:rPr>
              <a:t>Recommending the top-10 movies for each user from 105K MovieLens ratings with recommenderlab's item-based collaborative filtering and cosine similarity.</a:t>
            </a:r>
          </a:p>
          <a:p>
            <a:r>
              <a:rPr sz="1400">
                <a:solidFill>
                  <a:srgbClr val="FFFFFF"/>
                </a:solidFill>
              </a:rPr>
              <a:t>
Hemanth Phani Sai Mothukuri  |  github.com/Hemanth9336/Movie-Recommendation-System-Using-R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The project in plain English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People who liked the same movies in the past will probably like the same movies in the future.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We use 105,339 ratings from 668 users on 10,325 movies (MovieLens).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Movies rated alike are 'neighbours' (cosine similarity).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Each user gets 10 new movies that are neighbours of their favourites.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Problem &amp; real-world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Top-N recommendation from a 98.5%-sparse user x movie rating matrix.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Recommenders drive ~80% of what people watch on Netflix and a large share of Amazon sales.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The same technique powers 'customers who bought this also bought', music playlists and news feeds.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Similarity search over vectors - the core of this project - is exactly how vector databases and RAG retrieval work.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Shows data wrangling, visual EDA and modelling in R, complementing the Python projects.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961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Property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MovieLens (small, GroupLens)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GroupLens Research, University of Minnesota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Size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105,339 ratings by 668 users on 10,325 movies (1996-2016); 10,329 movies with titles and genres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No explicit label - the model predicts unseen user-movie affinities and ranks movies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657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movies.csv: movieId, title, genres (pipe-separated, e.g. Adventure|Animation|Children|Comedy|Fantasy).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ratings.csv: userId, movieId, rating (0.5-5 in half stars), timestamp.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18 genres: Action, Adventure, Animation, Children, Comedy, Crime, Documentary, Drama, Fantasy, Film-Noir, Horror, Musical, Mystery, Romance, Sci-Fi, Thriller, War, Western.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2296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Programming language for the full project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recommenderlab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realRatingMatrix, Recommender(method='IBCF'), similarity, normalize, binarize, predict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data.table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tstrsplit to split pipe-separated genres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reshape2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dcast to pivot ratings into a user x movie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ggplot2 / qplot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Bar chart of top films, histograms of average ratings and similarity counts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Base R graphics (image)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Heatmaps of ratings and similarity matrices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MovieLens dataset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GroupLens research ratings (movies.csv, ratings.csv)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Architecture (end-to-end pipeline)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684020" cy="13716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movies.csv + ratings.csv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69820" y="2011680"/>
            <a:ext cx="1684020" cy="1371600"/>
          </a:xfrm>
          <a:prstGeom prst="round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dcast -&gt; rating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2011680"/>
            <a:ext cx="1684020" cy="13716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EDA &amp; heatmaps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2011680"/>
            <a:ext cx="1684020" cy="1371600"/>
          </a:xfrm>
          <a:prstGeom prst="round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Filter &gt; 50 ratings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680" y="2011680"/>
            <a:ext cx="1684020" cy="13716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IBCF (cosine, k=30)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20300" y="2011680"/>
            <a:ext cx="1684020" cy="1371600"/>
          </a:xfrm>
          <a:prstGeom prst="round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Top-10 per user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41220" y="2697480"/>
            <a:ext cx="228600" cy="0"/>
          </a:xfrm>
          <a:prstGeom prst="line">
            <a:avLst/>
          </a:prstGeom>
          <a:ln w="2540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53840" y="2697480"/>
            <a:ext cx="228600" cy="0"/>
          </a:xfrm>
          <a:prstGeom prst="line">
            <a:avLst/>
          </a:prstGeom>
          <a:ln w="2540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66460" y="2697480"/>
            <a:ext cx="228600" cy="0"/>
          </a:xfrm>
          <a:prstGeom prst="line">
            <a:avLst/>
          </a:prstGeom>
          <a:ln w="2540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79080" y="2697480"/>
            <a:ext cx="228600" cy="0"/>
          </a:xfrm>
          <a:prstGeom prst="line">
            <a:avLst/>
          </a:prstGeom>
          <a:ln w="2540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91700" y="2697480"/>
            <a:ext cx="228600" cy="0"/>
          </a:xfrm>
          <a:prstGeom prst="line">
            <a:avLst/>
          </a:prstGeom>
          <a:ln w="2540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749039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Written in R with recommenderlab, data.table, reshape2, ggplot2.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Item-item similarity = vector similarity search - the heart of RAG and vector DBs.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GenAI path: embeddings + vector DB + LLM re-ranking and explanations.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High-Level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852160"/>
                <a:gridCol w="28346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Responsibility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Data Loader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Read movies and ratings CSVs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base R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Genre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Pipe-split genres -&gt; 18-col binary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data.table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Matrix Builder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Pivot ratings; convert to realRatingMatrix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reshape2, recommenderlab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EDA &amp; Visualisation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Views, heatmaps, distributions, normalisation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ggplot2, image()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Data Filter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Active users &amp; popular movies (&gt; 50 ratings)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recommenderlab rowCounts/colCounts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IBCF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Item-item cosine similarity, top-30 neighbours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recommenderlab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Recommender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Top-10 per user, ID -&gt; title mapping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predict, base R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Low-Level Design - key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tstrsplit genres -&gt; 18-column one-hot genre matrix -&gt; search_matrix.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dcast(userId ~ movieId) -&gt; realRatingMatrix (668 x 10,325).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Filter rowCounts &gt; 50 &amp; colCounts &gt; 50 (~420 x 447).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sample(c(TRUE,FALSE), prob = c(0.8, 0.2)) user split.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Recommender(method = 'IBCF', parameter = list(k = 30)); cosine, centred.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predict(n = 10) -&gt; map item IDs to titles.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Models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760720"/>
                <a:gridCol w="29260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How it works (short)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Item-Based Collaborative Filtering (IBCF)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Movies rated alike by the same users are neighbours; recommend unseen neighbours of a user's favourites.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Top-10 personalised recommendations for every test user; similarity matrix and recommendation-frequency distributions visualised.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Cosine similarity (user-user exploration)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Measures how alike two users' rating vectors are, from -1 to 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 x 4 user-similarity heatmap.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Ratings / users / movies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105,339 / 668 / 10,325 (10,329 titles in catalogue)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Rating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0.5 - 5.0 stars, mean 3.52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Matrix sparsity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98.5% of user-movie cells empty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Modelling subset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Users with &gt;50 ratings and movies with &gt;50 ratings (~420 x ~447)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Train / test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~80% / ~20% of users (random sample)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IBCF, cosine similarity, k = 30 neighbours per 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Top-10 recommended movies per test user + item-frequency distribution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Most-viewed films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Pulp Fiction (325), Forrest Gump (311), Shawshank Redemption (308), Jurassic Park (294), Silence of the Lambs (290), Star Wars IV (273)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Bridge to GenAI &amp; future AI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GenAI skill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Connection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Embeddings &amp; vector DBs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Each movie's rating column is a hand-made embedding; matrix factorisation / two-tower models learn dense embeddings, stored in FAISS/Pinecone for millisecond nearest-neighbour lookup.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Cosine top-k over item vectors = the 'retrieve' step of RAG. A conversational recommender retrieves candidate movies, then an LLM explains and personalises the list.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Prompt engineering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Prompt an LLM with the user's top-rated films + 10 IBCF candidates: 'Rank and explain these for a user who loves sci-fi thrillers' (re-ranking).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Hallucination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LLMs alone may invent movies or plots; grounding recommendations in the real catalogue and IBCF candidates prevents fake titles.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Context window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 full 668 x 10,325 matrix cannot fit in a prompt - retrieval (IBCF / vector search) selects the few relevant movies the LLM needs.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AI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 movie-night agent: reads your watch history, calls the recommender tool, checks streaming availability via API, and books tickets.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Fine-tuning vs prompting vs RAG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Use CF/embeddings for scalable candidate retrieval, prompting for explanation, and fine-tuning only for a house recommendation style.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Limitations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No offline evaluation metrics (precision@10, recall@10, RMSE) computed.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No set.seed() - the train/test split changes every run.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Pure collaborative filtering: cold start and popularity bias.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Add evaluationScheme(movie_ratings, method='split', train=0.8, given=-5, goodRating=4) and compare IBCF, UBCF, SVD, POPULAR and RANDOM.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Use the genre matrix (and plot embeddings) for a hybrid content + CF recommender.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Expose recommendations through a plumber API or a Shiny app.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Build a conversational RAG recommender that uses IBCF candidates and an LLM for explanations.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• Collaborative filtering needs no content - only behaviour.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• Cosine similarity over vectors = the core of vector search and RAG.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• Filtering sparse data improves reliability but adds popularity bias.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• Next: embeddings + LLMs for conversational, explainable recommendations.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